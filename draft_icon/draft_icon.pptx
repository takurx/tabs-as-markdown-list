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9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A302-89DA-AA22-0160-6CFA61B6C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59334-2589-9620-120E-2B21DDEE1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AD139-C488-984E-7348-CE2A5F65B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E0C7A-0DA3-329C-EC1F-4815CA57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8936F-57CF-41D2-E82E-647499E12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65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C2B4-9B7C-CEC3-F0DC-6ABC28236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E675-82E3-222C-AA0F-17724703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79F3A-9589-E37B-CA83-3C728EC3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9C684-5368-145D-4C1C-E4B65330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7286A-B5F6-F95B-5542-AF7469FE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040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9818-A63C-7500-B9E0-D8CD3778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2143D-72AA-5E41-5063-DADBEBA51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123FF-A3C5-FB5F-24A6-DA20F0BE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AAC21-4FDE-87F5-1369-DB784D58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DFAAF-C88B-1B9C-F73A-162640C33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4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304F-3E15-F3E2-99EC-56EEDA19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659EC-17D4-29D4-A3AB-E0A196892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CC768-FD75-80FA-F627-67894660B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80A380-6096-6709-58AD-CD3764A1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084D4-400D-D1F4-F6BC-E491DEE0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4D705-9B66-0D2C-A314-75C72EBB4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553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4151-2993-6775-7FCF-CB58CD7DE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AB3EA-F393-8C76-DF7A-DAF75070E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D46BA-373A-3266-0621-C0762C140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F65CC-5EEB-B144-0E99-ACAC2BFD2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B92EC-32E3-453C-7536-1BCE16577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7555D1-266F-C51E-4E8E-1E8F4CE77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8CB5A-93DD-507D-5EF6-0A123364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DC755-B7AB-E323-9CC4-5DC4AB64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32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6F777-4FF5-AC1C-BD9B-8DD2B4FD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A05D3B-85FD-5BDF-E9E0-343C59879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52E96-B94F-B898-B651-9A289524F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ABBAE-688B-ACCE-BF7A-723DBC8F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5825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F925E-467B-D776-AD81-D42C78ABB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31893-E448-B5F9-BD34-DCCD006D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C0C2A-D068-5A30-1F2C-0845FE71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291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A4B8-540F-0299-DDED-074650BC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9FBB4-3A78-6A6E-0276-34F68773A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AB32F-DE7D-59DE-4E40-37D19BE9B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DE3AA-E96B-839C-6213-C4D22DAC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AB885-DCFF-4D14-4812-0C16F3526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E78AFB-AC0C-5C1D-DF8A-2F2056B4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324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488C-3C75-426A-A8BE-834E3295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066F7-9CA8-B20E-8355-2268FF57A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2CAD0-D30F-FF8C-61E1-2A8FB12E5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31EA7-CDD0-0E74-0433-8205E176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EBDE7-482E-441F-9F73-18CD262F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5C21DF-6B25-C678-8811-ECF6F75C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578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91A0-3F16-D306-027E-C7451177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7FF9F-3BC3-02A0-DADD-0CA816793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84F2F-A224-EF68-074E-08548230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00024-E688-0427-B358-CB27A9FC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A1701-D91D-B428-1608-1DA87A36A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9794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F34F29-3A2D-6993-EDB0-90E14AC19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7A3DB-72D3-F9A1-9359-003B42E14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F893F-BA9C-76AB-79D5-B179B238D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D764E-3C29-25A2-D7DF-6F38120AB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9BD69-D1B0-0D3F-0FFB-AD971D18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801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950FB5-3F3E-21D4-C368-1070FCD60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22C20-79D9-1300-2BA9-098B76F24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FB7BA-F544-9787-A53D-BABF54609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817C8-2D2C-46C8-966F-08F34128938C}" type="datetimeFigureOut">
              <a:rPr kumimoji="1" lang="ja-JP" altLang="en-US" smtClean="0"/>
              <a:t>2026/6/26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D4AE4-955B-8770-EE7C-804D52F5B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07063-EC21-9B57-C14C-CEAFEB050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D5A27-1209-4E68-B635-645EABFB0F0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6772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C62E589-AE75-634F-5722-61C2CB98BB97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ect">
            <a:avLst/>
          </a:prstGeom>
          <a:solidFill>
            <a:schemeClr val="bg1"/>
          </a:solid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000" b="1" dirty="0">
              <a:solidFill>
                <a:schemeClr val="tx1"/>
              </a:solidFill>
              <a:latin typeface="EPSON Pゴシック W7" panose="02000600000000000000" pitchFamily="2" charset="-128"/>
              <a:ea typeface="EPSON Pゴシック W7" panose="02000600000000000000" pitchFamily="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9261E-3E1F-F4BD-B069-342A039530BA}"/>
              </a:ext>
            </a:extLst>
          </p:cNvPr>
          <p:cNvSpPr txBox="1"/>
          <p:nvPr/>
        </p:nvSpPr>
        <p:spPr>
          <a:xfrm>
            <a:off x="3770811" y="920621"/>
            <a:ext cx="46503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[#](~)</a:t>
            </a:r>
          </a:p>
          <a:p>
            <a:r>
              <a:rPr lang="en-US" altLang="ja-JP" sz="8000" b="1" dirty="0"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[#](</a:t>
            </a:r>
            <a:r>
              <a:rPr lang="en-US" altLang="ja-JP" sz="8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~</a:t>
            </a:r>
            <a:r>
              <a:rPr lang="en-US" altLang="ja-JP" sz="8000" b="1" dirty="0"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)</a:t>
            </a:r>
          </a:p>
          <a:p>
            <a:r>
              <a:rPr lang="en-US" altLang="ja-JP" sz="8000" b="1" dirty="0"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…………</a:t>
            </a:r>
          </a:p>
          <a:p>
            <a:r>
              <a:rPr lang="en-US" altLang="ja-JP" sz="8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[#](~)</a:t>
            </a:r>
          </a:p>
        </p:txBody>
      </p:sp>
    </p:spTree>
    <p:extLst>
      <p:ext uri="{BB962C8B-B14F-4D97-AF65-F5344CB8AC3E}">
        <p14:creationId xmlns:p14="http://schemas.microsoft.com/office/powerpoint/2010/main" val="447563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67A1-ECBF-B56E-E34E-6C77B9FA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B19350-1B1E-F549-983E-256A908B688F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ect">
            <a:avLst/>
          </a:prstGeom>
          <a:solidFill>
            <a:schemeClr val="bg1"/>
          </a:solid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000" b="1" dirty="0">
              <a:solidFill>
                <a:schemeClr val="tx1"/>
              </a:solidFill>
              <a:latin typeface="EPSON Pゴシック W7" panose="02000600000000000000" pitchFamily="2" charset="-128"/>
              <a:ea typeface="EPSON Pゴシック W7" panose="02000600000000000000" pitchFamily="2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47D1B-247F-4DAF-C20F-507FBD4C717A}"/>
              </a:ext>
            </a:extLst>
          </p:cNvPr>
          <p:cNvSpPr txBox="1"/>
          <p:nvPr/>
        </p:nvSpPr>
        <p:spPr>
          <a:xfrm>
            <a:off x="4371702" y="920621"/>
            <a:ext cx="46503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  <a:p>
            <a:r>
              <a:rPr lang="en-US" altLang="ja-JP" sz="8000" b="1" dirty="0"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  <a:p>
            <a:r>
              <a:rPr lang="en-US" altLang="ja-JP" sz="8000" b="1" dirty="0"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………</a:t>
            </a:r>
          </a:p>
          <a:p>
            <a:r>
              <a:rPr lang="en-US" altLang="ja-JP" sz="8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</p:txBody>
      </p:sp>
    </p:spTree>
    <p:extLst>
      <p:ext uri="{BB962C8B-B14F-4D97-AF65-F5344CB8AC3E}">
        <p14:creationId xmlns:p14="http://schemas.microsoft.com/office/powerpoint/2010/main" val="2818533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5B579-A209-C30D-9905-FBBA2505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DDE516-346D-F775-C097-3045D4559BDB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ect">
            <a:avLst/>
          </a:prstGeom>
          <a:solidFill>
            <a:schemeClr val="bg1"/>
          </a:solid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000" b="1" dirty="0">
              <a:solidFill>
                <a:schemeClr val="tx1"/>
              </a:solidFill>
              <a:latin typeface="EPSON Pゴシック W7" panose="02000600000000000000" pitchFamily="2" charset="-128"/>
              <a:ea typeface="EPSON Pゴシック W7" panose="02000600000000000000" pitchFamily="2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93535C-B0E9-7623-AC39-505BAC593F9D}"/>
              </a:ext>
            </a:extLst>
          </p:cNvPr>
          <p:cNvSpPr txBox="1"/>
          <p:nvPr/>
        </p:nvSpPr>
        <p:spPr>
          <a:xfrm>
            <a:off x="3770811" y="612844"/>
            <a:ext cx="46503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  <a:p>
            <a:r>
              <a:rPr lang="en-US" altLang="ja-JP" sz="12000" b="1" dirty="0"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  <a:p>
            <a:r>
              <a:rPr lang="en-US" altLang="ja-JP" sz="12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</p:txBody>
      </p:sp>
    </p:spTree>
    <p:extLst>
      <p:ext uri="{BB962C8B-B14F-4D97-AF65-F5344CB8AC3E}">
        <p14:creationId xmlns:p14="http://schemas.microsoft.com/office/powerpoint/2010/main" val="3837515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759D5-0F37-3BD7-8E9A-9F9CF92A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AEEE34-587A-ACF6-040C-3D3C55B840C1}"/>
              </a:ext>
            </a:extLst>
          </p:cNvPr>
          <p:cNvSpPr/>
          <p:nvPr/>
        </p:nvSpPr>
        <p:spPr>
          <a:xfrm>
            <a:off x="3396000" y="729000"/>
            <a:ext cx="5400000" cy="5400000"/>
          </a:xfrm>
          <a:prstGeom prst="rect">
            <a:avLst/>
          </a:prstGeom>
          <a:solidFill>
            <a:schemeClr val="bg1"/>
          </a:solid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2000" b="1" dirty="0">
              <a:solidFill>
                <a:schemeClr val="tx1"/>
              </a:solidFill>
              <a:latin typeface="EPSON Pゴシック W7" panose="02000600000000000000" pitchFamily="2" charset="-128"/>
              <a:ea typeface="EPSON Pゴシック W7" panose="02000600000000000000" pitchFamily="2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8F3B5-FA8C-B507-6B19-3129BBD44BF5}"/>
              </a:ext>
            </a:extLst>
          </p:cNvPr>
          <p:cNvSpPr txBox="1"/>
          <p:nvPr/>
        </p:nvSpPr>
        <p:spPr>
          <a:xfrm>
            <a:off x="3770811" y="1536174"/>
            <a:ext cx="46503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  <a:p>
            <a:r>
              <a:rPr lang="en-US" altLang="ja-JP" sz="12000" b="1" dirty="0">
                <a:latin typeface="EPSON Pゴシック W7" panose="02000600000000000000" pitchFamily="2" charset="-128"/>
                <a:ea typeface="EPSON Pゴシック W7" panose="02000600000000000000" pitchFamily="2" charset="-128"/>
              </a:rPr>
              <a:t>- []()</a:t>
            </a:r>
          </a:p>
        </p:txBody>
      </p:sp>
    </p:spTree>
    <p:extLst>
      <p:ext uri="{BB962C8B-B14F-4D97-AF65-F5344CB8AC3E}">
        <p14:creationId xmlns:p14="http://schemas.microsoft.com/office/powerpoint/2010/main" val="1647395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A7AD-70A8-D7A6-5849-1CB7826E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0D8020D-09B3-8A08-61C7-6840DCE476FE}"/>
              </a:ext>
            </a:extLst>
          </p:cNvPr>
          <p:cNvGrpSpPr/>
          <p:nvPr/>
        </p:nvGrpSpPr>
        <p:grpSpPr>
          <a:xfrm>
            <a:off x="3396000" y="729000"/>
            <a:ext cx="5400000" cy="5400000"/>
            <a:chOff x="3396000" y="729000"/>
            <a:chExt cx="5400000" cy="540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55289DC-E9B2-BE5D-1DEE-74DECE9BCB08}"/>
                </a:ext>
              </a:extLst>
            </p:cNvPr>
            <p:cNvSpPr/>
            <p:nvPr/>
          </p:nvSpPr>
          <p:spPr>
            <a:xfrm>
              <a:off x="3396000" y="729000"/>
              <a:ext cx="5400000" cy="5400000"/>
            </a:xfrm>
            <a:prstGeom prst="rect">
              <a:avLst/>
            </a:prstGeom>
            <a:solidFill>
              <a:schemeClr val="bg1"/>
            </a:solidFill>
            <a:ln w="1016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2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FEAD816-A709-7F67-4D02-76FCC7515A24}"/>
                </a:ext>
              </a:extLst>
            </p:cNvPr>
            <p:cNvSpPr txBox="1"/>
            <p:nvPr/>
          </p:nvSpPr>
          <p:spPr>
            <a:xfrm>
              <a:off x="4005942" y="829181"/>
              <a:ext cx="4180115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0" b="1" dirty="0">
                  <a:solidFill>
                    <a:schemeClr val="tx1"/>
                  </a:solidFill>
                  <a:latin typeface="EPSON Pゴシック W7" panose="02000600000000000000" pitchFamily="2" charset="-128"/>
                  <a:ea typeface="EPSON Pゴシック W7" panose="02000600000000000000" pitchFamily="2" charset="-128"/>
                </a:rPr>
                <a:t>[]()</a:t>
              </a:r>
            </a:p>
            <a:p>
              <a:r>
                <a:rPr lang="en-US" altLang="ja-JP" sz="16000" b="1" dirty="0">
                  <a:latin typeface="EPSON Pゴシック W7" panose="02000600000000000000" pitchFamily="2" charset="-128"/>
                  <a:ea typeface="EPSON Pゴシック W7" panose="02000600000000000000" pitchFamily="2" charset="-128"/>
                </a:rPr>
                <a:t>[]()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666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2B5E1-1769-219D-4153-E510275B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C54FE7E-CCCE-4658-4448-63043A2AE677}"/>
              </a:ext>
            </a:extLst>
          </p:cNvPr>
          <p:cNvGrpSpPr/>
          <p:nvPr/>
        </p:nvGrpSpPr>
        <p:grpSpPr>
          <a:xfrm>
            <a:off x="3396000" y="729000"/>
            <a:ext cx="5400000" cy="5400000"/>
            <a:chOff x="3396000" y="729000"/>
            <a:chExt cx="5400000" cy="540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AD2390C-39AC-DF0E-6A9E-DF36552B8CDB}"/>
                </a:ext>
              </a:extLst>
            </p:cNvPr>
            <p:cNvSpPr/>
            <p:nvPr/>
          </p:nvSpPr>
          <p:spPr>
            <a:xfrm>
              <a:off x="3396000" y="729000"/>
              <a:ext cx="5400000" cy="5400000"/>
            </a:xfrm>
            <a:prstGeom prst="rect">
              <a:avLst/>
            </a:prstGeom>
            <a:noFill/>
            <a:ln w="101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2000" b="1" dirty="0">
                <a:solidFill>
                  <a:schemeClr val="tx1"/>
                </a:solidFill>
                <a:latin typeface="EPSON Pゴシック W7" panose="02000600000000000000" pitchFamily="2" charset="-128"/>
                <a:ea typeface="EPSON Pゴシック W7" panose="02000600000000000000" pitchFamily="2" charset="-128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8841449-267A-2C3D-D067-4FCBD875CFF4}"/>
                </a:ext>
              </a:extLst>
            </p:cNvPr>
            <p:cNvSpPr txBox="1"/>
            <p:nvPr/>
          </p:nvSpPr>
          <p:spPr>
            <a:xfrm>
              <a:off x="4005942" y="829181"/>
              <a:ext cx="4180115" cy="5016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0" b="1" dirty="0">
                  <a:solidFill>
                    <a:schemeClr val="tx1"/>
                  </a:solidFill>
                  <a:latin typeface="EPSON Pゴシック W7" panose="02000600000000000000" pitchFamily="2" charset="-128"/>
                  <a:ea typeface="EPSON Pゴシック W7" panose="02000600000000000000" pitchFamily="2" charset="-128"/>
                </a:rPr>
                <a:t>[]()</a:t>
              </a:r>
            </a:p>
            <a:p>
              <a:r>
                <a:rPr lang="en-US" altLang="ja-JP" sz="16000" b="1" dirty="0">
                  <a:latin typeface="EPSON Pゴシック W7" panose="02000600000000000000" pitchFamily="2" charset="-128"/>
                  <a:ea typeface="EPSON Pゴシック W7" panose="02000600000000000000" pitchFamily="2" charset="-128"/>
                </a:rPr>
                <a:t>[]()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9660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EPSON Pゴシック W7</vt:lpstr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Yoshihiro Nakagawa</dc:creator>
  <cp:lastModifiedBy>Yoshihiro Nakagawa</cp:lastModifiedBy>
  <cp:revision>2</cp:revision>
  <dcterms:created xsi:type="dcterms:W3CDTF">2026-06-25T13:22:32Z</dcterms:created>
  <dcterms:modified xsi:type="dcterms:W3CDTF">2026-06-26T05:24:14Z</dcterms:modified>
</cp:coreProperties>
</file>